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1dc1b94fa42a8" /><Relationship Type="http://schemas.openxmlformats.org/officeDocument/2006/relationships/extended-properties" Target="/docProps/app.xml" Id="R63b8c48811cd49bd" /><Relationship Type="http://schemas.openxmlformats.org/officeDocument/2006/relationships/officeDocument" Target="/ppt/presentation.xml" Id="R1e23faf1ae544f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b48a0adddf4975"/>
  </p:sldMasterIdLst>
  <p:notesMasterIdLst>
    <p:notesMasterId xmlns:r="http://schemas.openxmlformats.org/officeDocument/2006/relationships" r:id="R996ad16c4b464aec"/>
  </p:notesMasterIdLst>
  <p:sldIdLst>
    <p:sldId xmlns:r="http://schemas.openxmlformats.org/officeDocument/2006/relationships" id="256" r:id="Rd910b73bd73d4413"/>
    <p:sldId xmlns:r="http://schemas.openxmlformats.org/officeDocument/2006/relationships" id="257" r:id="Ra773f99cf0a34f8c"/>
    <p:sldId xmlns:r="http://schemas.openxmlformats.org/officeDocument/2006/relationships" id="258" r:id="R2fc4f088d16b4a5b"/>
    <p:sldId xmlns:r="http://schemas.openxmlformats.org/officeDocument/2006/relationships" id="259" r:id="R94b1be453b9d4739"/>
    <p:sldId xmlns:r="http://schemas.openxmlformats.org/officeDocument/2006/relationships" id="260" r:id="R789525a00c864af9"/>
    <p:sldId xmlns:r="http://schemas.openxmlformats.org/officeDocument/2006/relationships" id="261" r:id="R4acccad6166b432b"/>
    <p:sldId xmlns:r="http://schemas.openxmlformats.org/officeDocument/2006/relationships" id="262" r:id="R7062c5a05d0d44df"/>
    <p:sldId xmlns:r="http://schemas.openxmlformats.org/officeDocument/2006/relationships" id="263" r:id="R27a4f8ccc01447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ea9c78b664d91" /><Relationship Type="http://schemas.openxmlformats.org/officeDocument/2006/relationships/slideMaster" Target="/ppt/slideMasters/slideMaster1.xml" Id="R8bb48a0adddf4975" /><Relationship Type="http://schemas.openxmlformats.org/officeDocument/2006/relationships/notesMaster" Target="/ppt/notesMasters/notesMaster1.xml" Id="R996ad16c4b464aec" /><Relationship Type="http://schemas.openxmlformats.org/officeDocument/2006/relationships/presProps" Target="/ppt/presProps.xml" Id="Rbb7d11cf9142410d" /><Relationship Type="http://schemas.openxmlformats.org/officeDocument/2006/relationships/tableStyles" Target="/ppt/tableStyles.xml" Id="Rd440f83ceb4f4bfa" /><Relationship Type="http://schemas.openxmlformats.org/officeDocument/2006/relationships/slide" Target="/ppt/slides/slide1.xml" Id="Rd910b73bd73d4413" /><Relationship Type="http://schemas.openxmlformats.org/officeDocument/2006/relationships/slide" Target="/ppt/slides/slide2.xml" Id="Ra773f99cf0a34f8c" /><Relationship Type="http://schemas.openxmlformats.org/officeDocument/2006/relationships/slide" Target="/ppt/slides/slide3.xml" Id="R2fc4f088d16b4a5b" /><Relationship Type="http://schemas.openxmlformats.org/officeDocument/2006/relationships/slide" Target="/ppt/slides/slide4.xml" Id="R94b1be453b9d4739" /><Relationship Type="http://schemas.openxmlformats.org/officeDocument/2006/relationships/slide" Target="/ppt/slides/slide5.xml" Id="R789525a00c864af9" /><Relationship Type="http://schemas.openxmlformats.org/officeDocument/2006/relationships/slide" Target="/ppt/slides/slide6.xml" Id="R4acccad6166b432b" /><Relationship Type="http://schemas.openxmlformats.org/officeDocument/2006/relationships/slide" Target="/ppt/slides/slide7.xml" Id="R7062c5a05d0d44df" /><Relationship Type="http://schemas.openxmlformats.org/officeDocument/2006/relationships/slide" Target="/ppt/slides/slide8.xml" Id="R27a4f8ccc014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127df01734e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2ac908be1e4171" /><Relationship Type="http://schemas.openxmlformats.org/officeDocument/2006/relationships/notesMaster" Target="/ppt/notesMasters/notesMaster1.xml" Id="R74246dc81bd644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9e76e1ab441d0" /><Relationship Type="http://schemas.openxmlformats.org/officeDocument/2006/relationships/notesMaster" Target="/ppt/notesMasters/notesMaster1.xml" Id="Ra5bebfd962974c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f872fe3ecf4490" /><Relationship Type="http://schemas.openxmlformats.org/officeDocument/2006/relationships/notesMaster" Target="/ppt/notesMasters/notesMaster1.xml" Id="R482470881d4c4b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491d593ec94c8c" /><Relationship Type="http://schemas.openxmlformats.org/officeDocument/2006/relationships/notesMaster" Target="/ppt/notesMasters/notesMaster1.xml" Id="R667a02a8447541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76c743dbc84f1b" /><Relationship Type="http://schemas.openxmlformats.org/officeDocument/2006/relationships/notesMaster" Target="/ppt/notesMasters/notesMaster1.xml" Id="R373af6c43c994c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af1ff7a89945c1" /><Relationship Type="http://schemas.openxmlformats.org/officeDocument/2006/relationships/notesMaster" Target="/ppt/notesMasters/notesMaster1.xml" Id="Rf2b62741529143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ebb25a07954a51" /><Relationship Type="http://schemas.openxmlformats.org/officeDocument/2006/relationships/notesMaster" Target="/ppt/notesMasters/notesMaster1.xml" Id="Ree1cfbe6413e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fd70ed13b446fe" /><Relationship Type="http://schemas.openxmlformats.org/officeDocument/2006/relationships/notesMaster" Target="/ppt/notesMasters/notesMaster1.xml" Id="R0f2154fbf3f2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pitch for CLOCK IN 2026. This deck describes the preview and explicitly distinguishes implementation from live network validation. Brand wording supplied by the owner.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rationale, not a measured market claim. No interviews, retention cohort, user counts or product-market-fit evidence have been supplied. Source: docs/TRADE_JOURNAL.md and current work-session domain/UI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 from the current app and shows demonstration records if present. Core workflow evidence is in lib/ui/home.dart, focus.dart, books.dart and the domain controller. See current release validation for the exact tested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direct preview uses native Mobile Wallet Adapter and public RPC for read-only activity. Source: lib/data/direct_activity.dart and lib/data/remote.dart. The local parser recognizes a narrow set of Jupiter v6 classic SPL swaps. Unsupported formats remain unsupported. Public RPC has limits and is not production infrastructure: https://solana.com/docs/references/clusters . A successful real-wallet run remains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records: lib/data/repository.dart. Direct read-only wallet activity: lib/data/direct_activity.dart and lib/data/remote.dart. The legacy Firebase backend remains for optional cloud features. No billing upgrade is required for the direct journal path. MWA overview: https://docs.solanamobile.com/developers/mobile-wallet-adapter . Public RPC does not provide an unlimited production service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Languages in current lib/l10n/strings.dart: English, Korean, Japanese, Simplified Chinese, Hindi, Spanish, Portuguese, French. Source: Settings and localization implementation. Fluent-speaker review and physical-device accessibility review remain release tasks. Large text and glyph rendering must be verified for each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version 0.3.0 evidence: docs/VALIDATION_0.3.0.md. Flutter analysis clean, 84 Flutter tests and 40 optional-backend tests pass. Eight languages fit 360 logical pixels at 200 percent text scale. Android emulator integration verifies local SQLite/native clock and actual no-wallet handling. Public RPC getVersion establishes reachability only. No production-signing key, live wallet success, physical-Seeker success, user traction or mainnet SKR payment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requirements checked 2026-09-20: https://solanamobile.radiant.nexus/ and https://solanamobile.com/blog/clock-in-the-solana-mobile-hackathon . The portal Brief requests a three-minute demo. The terms require functional Android APK, source, demo and pitch with meaningful Solana interaction and MWA: https://solanamobile.radiant.nexus/legal/clock-in-terms.pdf . This preview is not represented as submission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09a8baa68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d51a34bdf4383" /><Relationship Type="http://schemas.openxmlformats.org/officeDocument/2006/relationships/slideLayout" Target="/ppt/slideLayouts/slideLayout1.xml" Id="R4f6d371a1004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d371a1004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5bf67c48d4c56" /><Relationship Type="http://schemas.openxmlformats.org/officeDocument/2006/relationships/image" Target="/ppt/media/image.png" Id="R945c9b07ef1d4e4f" /><Relationship Type="http://schemas.openxmlformats.org/officeDocument/2006/relationships/notesSlide" Target="/ppt/notesSlides/notesSlide1.xml" Id="R37a84a6e9e6b41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ddff0fda74b0e" /><Relationship Type="http://schemas.openxmlformats.org/officeDocument/2006/relationships/notesSlide" Target="/ppt/notesSlides/notesSlide2.xml" Id="Recd569896fcf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41e29ff0c4704" /><Relationship Type="http://schemas.openxmlformats.org/officeDocument/2006/relationships/image" Target="/ppt/media/image2.png" Id="R022296f361874690" /><Relationship Type="http://schemas.openxmlformats.org/officeDocument/2006/relationships/notesSlide" Target="/ppt/notesSlides/notesSlide3.xml" Id="Rc23546876e4e4e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3467aa73c4cb4" /><Relationship Type="http://schemas.openxmlformats.org/officeDocument/2006/relationships/notesSlide" Target="/ppt/notesSlides/notesSlide4.xml" Id="Rdb4571eda04b49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6cf761ba64b33" /><Relationship Type="http://schemas.openxmlformats.org/officeDocument/2006/relationships/notesSlide" Target="/ppt/notesSlides/notesSlide5.xml" Id="Re698215c5c1f48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1e8bcfdc64522" /><Relationship Type="http://schemas.openxmlformats.org/officeDocument/2006/relationships/image" Target="/ppt/media/image3.png" Id="R3f2f455f4427432b" /><Relationship Type="http://schemas.openxmlformats.org/officeDocument/2006/relationships/notesSlide" Target="/ppt/notesSlides/notesSlide6.xml" Id="R1120ae51a6844f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f0167ea144657" /><Relationship Type="http://schemas.openxmlformats.org/officeDocument/2006/relationships/notesSlide" Target="/ppt/notesSlides/notesSlide7.xml" Id="Re33b4f0a7c3e4b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f83936d814a95" /><Relationship Type="http://schemas.openxmlformats.org/officeDocument/2006/relationships/notesSlide" Target="/ppt/notesSlides/notesSlide8.xml" Id="R547c65f8513f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6B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198FD-0F29-417C-A1FC-C0CDE214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75" b="1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F2FFCE"/>
                </a:solidFill>
                <a:latin typeface="Arial"/>
                <a:ea typeface="Arial"/>
                <a:cs typeface="Arial"/>
              </a:rPr>
              <a:t>FOR THE</a:t>
            </a:r>
          </a:p>
          <a:p xmlns:a="http://schemas.openxmlformats.org/drawingml/2006/main">
            <a:pPr>
              <a:defRPr sz="7875" b="1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7875" b="1">
                <a:solidFill>
                  <a:srgbClr val="F2FFCE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98E9B-1F19-47B3-9818-6717AB5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“For the record, this is why I did it.”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129CA-3FB6-4ADF-8B72-6E8BDAF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A private Android journal for work and wallet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B9B01-3804-4E5B-AA51-696EAC8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FFCE"/>
                </a:solidFill>
                <a:latin typeface="Arial"/>
                <a:ea typeface="Arial"/>
                <a:cs typeface="Arial"/>
              </a:rPr>
              <a:t>CLOCK IN 2026  /  Preview 0.3.0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c9b07ef1d4e4f"/>
          <a:stretch xmlns:a="http://schemas.openxmlformats.org/drawingml/2006/main"/>
        </p:blipFill>
        <p:spPr>
          <a:xfrm xmlns:a="http://schemas.openxmlformats.org/drawingml/2006/main">
            <a:off x="9429750" y="1190625"/>
            <a:ext cx="1809750" cy="180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66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6DB59-CA82-4995-8A2B-09966F5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2F2C"/>
                </a:solidFill>
                <a:latin typeface="Arial"/>
                <a:ea typeface="Arial"/>
                <a:cs typeface="Arial"/>
              </a:rPr>
              <a:t>The reason is easy to 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DDE02-A54E-400C-ADB4-1E9DF2BA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A finished task shows an outcome.</a:t>
            </a:r>
          </a:p>
          <a:p xmlns:a="http://schemas.openxmlformats.org/drawingml/2006/main">
            <a:pPr>
              <a:defRPr sz="2850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A transaction shows an event.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74AC8-A8C6-4A72-B644-169CE1AE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The thinking behind either can disappear.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FF91F-7947-4A22-86B6-F8729404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FOR THE RECORD keeps the intention, the result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and a useful next action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E931F-4638-41A9-AC02-3C9AEC57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Product hypothesis: a clear next action makes returning easier. Retention is not yet measured.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3FB17-83EF-4114-B742-DE2737CD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FOR THE RECORD   /   02</a:t>
            </a:r>
          </a:p>
        </p:txBody>
      </p:sp>
    </p:spTree>
    <p:extLst>
      <p:ext uri="{BB962C8B-B14F-4D97-AF65-F5344CB8AC3E}">
        <p14:creationId xmlns:p14="http://schemas.microsoft.com/office/powerpoint/2010/main" val="1287623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86EE5-2B5F-4851-8146-64600098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2F2C"/>
                </a:solidFill>
                <a:latin typeface="Arial"/>
                <a:ea typeface="Arial"/>
                <a:cs typeface="Arial"/>
              </a:rPr>
              <a:t>A useful first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65BF8-07EE-4B31-AA08-A84C723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57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Create a project.</a:t>
            </a:r>
          </a:p>
          <a:p xmlns:a="http://schemas.openxmlformats.org/drawingml/2006/main">
            <a:pPr>
              <a:defRPr sz="25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Write one intention.</a:t>
            </a:r>
          </a:p>
          <a:p xmlns:a="http://schemas.openxmlformats.org/drawingml/2006/main">
            <a:pPr>
              <a:defRPr sz="25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Choose a focus duration.</a:t>
            </a:r>
          </a:p>
          <a:p xmlns:a="http://schemas.openxmlformats.org/drawingml/2006/main">
            <a:pPr>
              <a:defRPr sz="25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Save the result and next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3A9CE-449A-4A1B-8894-CCBF42AC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623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Core journaling works offline</a:t>
            </a:r>
          </a:p>
          <a:p xmlns:a="http://schemas.openxmlformats.org/drawingml/2006/main">
            <a:pPr>
              <a:defRPr sz="2250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without an account or wallet.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296f361874690"/>
          <a:stretch xmlns:a="http://schemas.openxmlformats.org/drawingml/2006/main"/>
        </p:blipFill>
        <p:spPr>
          <a:xfrm xmlns:a="http://schemas.openxmlformats.org/drawingml/2006/main">
            <a:off x="8366284" y="400050"/>
            <a:ext cx="2546033" cy="5657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0E8A8-38E6-48DB-8C91-5AE748E7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FOR THE RECORD   /   03</a:t>
            </a:r>
          </a:p>
        </p:txBody>
      </p:sp>
    </p:spTree>
    <p:extLst>
      <p:ext uri="{BB962C8B-B14F-4D97-AF65-F5344CB8AC3E}">
        <p14:creationId xmlns:p14="http://schemas.microsoft.com/office/powerpoint/2010/main" val="45453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6B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29BC7-9412-42A7-B290-1AB7EE1F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2FFCE"/>
                </a:solidFill>
                <a:latin typeface="Arial"/>
                <a:ea typeface="Arial"/>
                <a:cs typeface="Arial"/>
              </a:rPr>
              <a:t>Context for a wallet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106C1-D7AD-4541-9CEE-BFEA067E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476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Reason</a:t>
            </a:r>
          </a:p>
          <a:p xmlns:a="http://schemas.openxmlformats.org/drawingml/2006/main">
            <a:pPr>
              <a:defRPr sz="330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Plan</a:t>
            </a:r>
          </a:p>
          <a:p xmlns:a="http://schemas.openxmlformats.org/drawingml/2006/main">
            <a:pPr>
              <a:defRPr sz="330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Emotion</a:t>
            </a:r>
          </a:p>
          <a:p xmlns:a="http://schemas.openxmlformats.org/drawingml/2006/main">
            <a:pPr>
              <a:defRPr sz="330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6EF83-9FDF-4437-ADBF-404BCE1C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28825"/>
            <a:ext cx="5753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Supported wallet activity anchors a private reflection.</a:t>
            </a:r>
          </a:p>
          <a:p xmlns:a="http://schemas.openxmlformats.org/drawingml/2006/main">
            <a:pPr>
              <a:defRPr sz="2175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Chain facts stay separate from editable writing.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4DA62-3873-469D-A9B5-5666878D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719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Native MWA selects the wallet.</a:t>
            </a:r>
          </a:p>
          <a:p xmlns:a="http://schemas.openxmlformats.org/drawingml/2006/main">
            <a:pPr>
              <a:defRPr sz="2100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The app reads public Solana activity.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455BB-D540-4CC5-ADBE-F5AAAF4C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FCE"/>
                </a:solidFill>
                <a:latin typeface="Arial"/>
                <a:ea typeface="Arial"/>
                <a:cs typeface="Arial"/>
              </a:rPr>
              <a:t>NO PAID BACKEND REQUIRED FOR THE JOURNAL</a:t>
            </a:r>
          </a:p>
          <a:p xmlns:a="http://schemas.openxmlformats.org/drawingml/2006/main">
            <a:pPr>
              <a:defRPr sz="1725" b="1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FCE"/>
                </a:solidFill>
                <a:latin typeface="Arial"/>
                <a:ea typeface="Arial"/>
                <a:cs typeface="Arial"/>
              </a:rPr>
              <a:t>Public RPC is best effort. Real-wallet validation remains pending.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B0679-B005-4DD4-A0EB-C9791C53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FFCE"/>
                </a:solidFill>
                <a:latin typeface="Arial"/>
                <a:ea typeface="Arial"/>
                <a:cs typeface="Arial"/>
              </a:rPr>
              <a:t>FOR THE RECORD   /   04</a:t>
            </a:r>
          </a:p>
        </p:txBody>
      </p:sp>
    </p:spTree>
    <p:extLst>
      <p:ext uri="{BB962C8B-B14F-4D97-AF65-F5344CB8AC3E}">
        <p14:creationId xmlns:p14="http://schemas.microsoft.com/office/powerpoint/2010/main" val="246203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E2995-C61C-409E-9036-CF193C21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2F2C"/>
                </a:solidFill>
                <a:latin typeface="Arial"/>
                <a:ea typeface="Arial"/>
                <a:cs typeface="Arial"/>
              </a:rPr>
              <a:t>Clear data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CEEE2-C230-4C90-9468-809CC8AF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On the device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915A0-3715-47B7-8E15-66290C8F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SQLite keeps work records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and private reflections.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JSON export gives users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a portable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8EF5A-0FAF-4F63-897F-E9AFDB1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Direct wallet reads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4444F-7F3B-45ED-B7C7-BF6D698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MWA supplies the selected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public wallet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Public RPC supplies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finalized activity.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71D78-5C9B-4617-B14A-A09783AF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No paid server is required for the journal. Optional shared rooms and purchases remain separate.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624F8-27CF-4058-98B3-00AFAB71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FOR THE RECORD   /   05</a:t>
            </a:r>
          </a:p>
        </p:txBody>
      </p:sp>
    </p:spTree>
    <p:extLst>
      <p:ext uri="{BB962C8B-B14F-4D97-AF65-F5344CB8AC3E}">
        <p14:creationId xmlns:p14="http://schemas.microsoft.com/office/powerpoint/2010/main" val="1246546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1E8ED-3E76-4B28-BA50-6E55C017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52F2C"/>
                </a:solidFill>
                <a:latin typeface="Arial"/>
                <a:ea typeface="Arial"/>
                <a:cs typeface="Arial"/>
              </a:rPr>
              <a:t>An approachable</a:t>
            </a:r>
          </a:p>
          <a:p xmlns:a="http://schemas.openxmlformats.org/drawingml/2006/main">
            <a:pPr>
              <a:defRPr sz="3975" b="1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52F2C"/>
                </a:solidFill>
                <a:latin typeface="Arial"/>
                <a:ea typeface="Arial"/>
                <a:cs typeface="Arial"/>
              </a:rPr>
              <a:t>phone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A8EF1-AD7F-47FA-BB50-B4EA8E5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English by default. Eight language choices.</a:t>
            </a:r>
          </a:p>
          <a:p xmlns:a="http://schemas.openxmlformats.org/drawingml/2006/main">
            <a:pPr>
              <a:defRPr sz="2175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Your own writing keeps its language.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F59E7-84B4-4548-A49B-F42EF92B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Optional motion, haptics and reminders.</a:t>
            </a:r>
          </a:p>
          <a:p xmlns:a="http://schemas.openxmlformats.org/drawingml/2006/main">
            <a:pPr>
              <a:defRPr sz="210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Clear save and recovery states.</a:t>
            </a:r>
          </a:p>
          <a:p xmlns:a="http://schemas.openxmlformats.org/drawingml/2006/main">
            <a:pPr>
              <a:defRPr sz="210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Local usefulness without a network.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f455f4427432b"/>
          <a:stretch xmlns:a="http://schemas.openxmlformats.org/drawingml/2006/main"/>
        </p:blipFill>
        <p:spPr>
          <a:xfrm xmlns:a="http://schemas.openxmlformats.org/drawingml/2006/main">
            <a:off x="8506778" y="400050"/>
            <a:ext cx="2503170" cy="5562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3E106-F2A9-4EB6-9036-FAE1BC2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81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EN  KO  JA  ZH  HI  ES  PT  FR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C7732-1FD3-4889-B0BE-D5306D8D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FOR THE RECORD   /   06</a:t>
            </a:r>
          </a:p>
        </p:txBody>
      </p:sp>
    </p:spTree>
    <p:extLst>
      <p:ext uri="{BB962C8B-B14F-4D97-AF65-F5344CB8AC3E}">
        <p14:creationId xmlns:p14="http://schemas.microsoft.com/office/powerpoint/2010/main" val="168040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F999E-3EA3-45AB-99F5-AA439DB1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2F2C"/>
                </a:solidFill>
                <a:latin typeface="Arial"/>
                <a:ea typeface="Arial"/>
                <a:cs typeface="Arial"/>
              </a:rPr>
              <a:t>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E297C-A844-45EC-AFB3-71F61EE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96B6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6B61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61460-BD95-4401-95BA-43D2CA66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8577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Offline work journal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Private reflection storage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Native wallet bridge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Direct read-only activity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3401B-41D7-4E70-A8B4-4FC528E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2F2C"/>
                </a:solidFill>
                <a:latin typeface="Arial"/>
                <a:ea typeface="Arial"/>
                <a:cs typeface="Arial"/>
              </a:rPr>
              <a:t>Open release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08759-4BFC-461B-9037-FAAB061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810125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Real-wallet device evidence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Fluent-speaker review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Production RPC strategy</a:t>
            </a:r>
          </a:p>
          <a:p xmlns:a="http://schemas.openxmlformats.org/drawingml/2006/main">
            <a:pPr>
              <a:defRPr sz="2250" b="0">
                <a:solidFill>
                  <a:srgbClr val="152F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C"/>
                </a:solidFill>
                <a:latin typeface="Arial"/>
                <a:ea typeface="Arial"/>
                <a:cs typeface="Arial"/>
              </a:rPr>
              <a:t>Production signing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B1A44-C32C-43BC-AFDA-D0BD4686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620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Local and emulator evidence is retained. Fixtures are not live trading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F3F28-6BF5-4713-AABC-DA617E9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62"/>
                </a:solidFill>
                <a:latin typeface="Arial"/>
                <a:ea typeface="Arial"/>
                <a:cs typeface="Arial"/>
              </a:rPr>
              <a:t>FOR THE RECORD   /   07</a:t>
            </a:r>
          </a:p>
        </p:txBody>
      </p:sp>
    </p:spTree>
    <p:extLst>
      <p:ext uri="{BB962C8B-B14F-4D97-AF65-F5344CB8AC3E}">
        <p14:creationId xmlns:p14="http://schemas.microsoft.com/office/powerpoint/2010/main" val="82969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6B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E7926-92DD-4AB9-A493-797BDF18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2FFCE"/>
                </a:solidFill>
                <a:latin typeface="Arial"/>
                <a:ea typeface="Arial"/>
                <a:cs typeface="Arial"/>
              </a:rPr>
              <a:t>The next release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B063-029B-49DA-A965-337DD44F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620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Prove wallet reads on a device.</a:t>
            </a:r>
          </a:p>
          <a:p xmlns:a="http://schemas.openxmlformats.org/drawingml/2006/main">
            <a:pPr>
              <a:defRPr sz="3525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Record the verified live flow.</a:t>
            </a:r>
          </a:p>
          <a:p xmlns:a="http://schemas.openxmlformats.org/drawingml/2006/main">
            <a:pPr>
              <a:defRPr sz="3525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Prepare the dApp Store release.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08898-DE0C-4913-B398-B23A24C0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Then test whether users return to their next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A70EB-2EB1-42FB-BD2C-17D149B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2FFCE"/>
                </a:solidFill>
                <a:latin typeface="Arial"/>
                <a:ea typeface="Arial"/>
                <a:cs typeface="Arial"/>
              </a:rPr>
              <a:t>workroom-seeker-6984.web.app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0EA6-4CDA-4F0C-8BA3-64553AFA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FF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FFCE"/>
                </a:solidFill>
                <a:latin typeface="Arial"/>
                <a:ea typeface="Arial"/>
                <a:cs typeface="Arial"/>
              </a:rPr>
              <a:t>FOR THE RECORD   /   08</a:t>
            </a:r>
          </a:p>
        </p:txBody>
      </p:sp>
    </p:spTree>
    <p:extLst>
      <p:ext uri="{BB962C8B-B14F-4D97-AF65-F5344CB8AC3E}">
        <p14:creationId xmlns:p14="http://schemas.microsoft.com/office/powerpoint/2010/main" val="1872874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2026-09-20T13:33:02.0810000Z</dcterms:created>
  <dcterms:modified xsi:type="dcterms:W3CDTF">2026-09-20T13:33:02.0810000Z</dcterms:modified>
</coreProperties>
</file>